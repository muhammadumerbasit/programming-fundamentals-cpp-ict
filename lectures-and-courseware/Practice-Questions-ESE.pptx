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7" r:id="rId2"/>
    <p:sldId id="824" r:id="rId3"/>
    <p:sldId id="938" r:id="rId4"/>
    <p:sldId id="940" r:id="rId5"/>
    <p:sldId id="942" r:id="rId6"/>
    <p:sldId id="944" r:id="rId7"/>
    <p:sldId id="945" r:id="rId8"/>
    <p:sldId id="948" r:id="rId9"/>
    <p:sldId id="949" r:id="rId10"/>
    <p:sldId id="32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101"/>
    <a:srgbClr val="922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0" autoAdjust="0"/>
    <p:restoredTop sz="94434" autoAdjust="0"/>
  </p:normalViewPr>
  <p:slideViewPr>
    <p:cSldViewPr>
      <p:cViewPr varScale="1">
        <p:scale>
          <a:sx n="70" d="100"/>
          <a:sy n="70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1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37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65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2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53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51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83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75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4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8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CS-114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</a:t>
            </a:r>
            <a:r>
              <a:rPr lang="en-US" sz="4000" b="1" dirty="0" smtClean="0">
                <a:solidFill>
                  <a:schemeClr val="bg1"/>
                </a:solidFill>
              </a:rPr>
              <a:t>Programming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Practice Questions – ESE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368813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</a:rPr>
              <a:t>Time is of the Essence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015" y="2310302"/>
            <a:ext cx="2850131" cy="30708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74" y="1859608"/>
            <a:ext cx="3593326" cy="23053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482631"/>
            <a:ext cx="2352675" cy="176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723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368813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</a:rPr>
              <a:t>Focus!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405365"/>
            <a:ext cx="3962400" cy="48807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5908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556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Find the output of the following code snippet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1752600"/>
            <a:ext cx="4568992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483076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Find the output of the following code </a:t>
            </a:r>
            <a:r>
              <a:rPr lang="en-US" sz="3600" dirty="0" smtClean="0">
                <a:solidFill>
                  <a:srgbClr val="FF0000"/>
                </a:solidFill>
              </a:rPr>
              <a:t>snippet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7064" y="2102704"/>
            <a:ext cx="4869872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295409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>Write a function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306285"/>
            <a:ext cx="9144000" cy="424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44541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>Write a function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13" y="1972115"/>
            <a:ext cx="8674277" cy="212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849509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Write a function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533400" y="1150064"/>
            <a:ext cx="8458200" cy="5247619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/>
            </a:r>
            <a:br>
              <a:rPr lang="en-US" sz="2800" dirty="0"/>
            </a:b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" y="1985962"/>
            <a:ext cx="869632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169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Write a Program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533400" y="1150064"/>
            <a:ext cx="8458200" cy="5247619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3200" dirty="0" smtClean="0"/>
              <a:t>Write </a:t>
            </a:r>
            <a:r>
              <a:rPr lang="en-US" sz="3200" dirty="0"/>
              <a:t>a program that reverses a string and prints it on the screen.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129699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85" y="399225"/>
            <a:ext cx="4542430" cy="6056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28967</TotalTime>
  <Words>67</Words>
  <Application>Microsoft Office PowerPoint</Application>
  <PresentationFormat>On-screen Show (4:3)</PresentationFormat>
  <Paragraphs>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Agency FB</vt:lpstr>
      <vt:lpstr>Arial</vt:lpstr>
      <vt:lpstr>Calibri</vt:lpstr>
      <vt:lpstr>Office Theme</vt:lpstr>
      <vt:lpstr>CS-114 Fundamentals of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1811</cp:revision>
  <dcterms:created xsi:type="dcterms:W3CDTF">2006-08-16T00:00:00Z</dcterms:created>
  <dcterms:modified xsi:type="dcterms:W3CDTF">2018-12-14T11:33:10Z</dcterms:modified>
</cp:coreProperties>
</file>