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7" r:id="rId2"/>
    <p:sldId id="973" r:id="rId3"/>
    <p:sldId id="94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101"/>
    <a:srgbClr val="922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0" autoAdjust="0"/>
    <p:restoredTop sz="94434" autoAdjust="0"/>
  </p:normalViewPr>
  <p:slideViewPr>
    <p:cSldViewPr>
      <p:cViewPr varScale="1">
        <p:scale>
          <a:sx n="70" d="100"/>
          <a:sy n="70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1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9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3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88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Quiz 05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Take out a piece of paper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28922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Quiz </a:t>
            </a:r>
            <a:r>
              <a:rPr lang="en-US" sz="4000" b="1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05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524000"/>
            <a:ext cx="8610600" cy="4873683"/>
          </a:xfrm>
          <a:prstGeom prst="rect">
            <a:avLst/>
          </a:prstGeom>
        </p:spPr>
        <p:txBody>
          <a:bodyPr/>
          <a:lstStyle/>
          <a:p>
            <a:r>
              <a:rPr lang="en-US" sz="2800" dirty="0" smtClean="0"/>
              <a:t>Write all the possible methods for array initialization giving an example of 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3059310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37114</TotalTime>
  <Words>46</Words>
  <Application>Microsoft Office PowerPoint</Application>
  <PresentationFormat>On-screen Show (4:3)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CS-111 Fundamentals of Computer Programming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1968</cp:revision>
  <dcterms:created xsi:type="dcterms:W3CDTF">2006-08-16T00:00:00Z</dcterms:created>
  <dcterms:modified xsi:type="dcterms:W3CDTF">2018-12-11T05:37:49Z</dcterms:modified>
</cp:coreProperties>
</file>