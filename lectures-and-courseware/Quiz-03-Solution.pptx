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6"/>
  </p:notesMasterIdLst>
  <p:sldIdLst>
    <p:sldId id="735" r:id="rId2"/>
    <p:sldId id="734" r:id="rId3"/>
    <p:sldId id="736" r:id="rId4"/>
    <p:sldId id="737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4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434" autoAdjust="0"/>
  </p:normalViewPr>
  <p:slideViewPr>
    <p:cSldViewPr>
      <p:cViewPr>
        <p:scale>
          <a:sx n="79" d="100"/>
          <a:sy n="79" d="100"/>
        </p:scale>
        <p:origin x="-246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F8C8-4AB1-4EC7-8A80-DF0BAD6D312F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78537-16E5-4CC2-9695-625595435C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7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63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8EB77-1F76-4D93-A3AF-B57CBBC7FB5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10/31/2018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5E841-A079-495C-8CCA-9C61DB49E5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2675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FC70C-F5A9-4CB0-8AC0-EE2843D3720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10/31/2018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44C3-D1E0-410A-B4B8-4FBDC876A5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704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E1F871-16F2-47A0-8BF0-9CCA39FC8DF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10/31/2018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62D868-6FCE-4FD9-A1FD-ED546B0CB3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263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E44ED-6318-4974-B656-E96A52FFCBB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10/31/2018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33D5CA-DFD4-4B35-80ED-0EDDCA22AD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5798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5BA46-1340-4881-8B69-D6AC315D930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10/31/2018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0786E-ECEE-44CA-9430-17B91A798A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214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48327-125B-42D3-904F-6F2E679B2B0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10/31/2018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AB07D-030D-44F5-9E46-2BDEBD18B9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5673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CFD5C1-75D3-4C71-9819-583BFED4737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10/31/2018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E16C5-D16A-457D-9C29-9D16CFACFB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28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01D0B-F3E7-4E6D-B86F-A6C1B7FBB59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10/31/2018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A6B74F-379B-4899-B0BF-92B55A0062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08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7724C-24D6-4B7E-A696-D32759A6C3E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10/31/2018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D3ECD9-6EA3-4EE6-A28B-3C30AC1801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229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BC926-39B7-4770-9822-E6CFBA20A3C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10/31/2018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1DE4FC-72B2-4367-8BB6-FB3A32A827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518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E58D9-392E-4DF5-A540-89826493DAA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10/31/2018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1D85F-419F-4C06-93FA-426DFF8C70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7905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36873-7A1E-49AC-A12F-89FE9649896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10/31/2018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D060A0-988F-4E57-B88A-08C90E6745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2291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5E0A90C-EE50-47D5-84C6-0129908DF5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10/31/2018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5743FE7-0461-4BA1-9ABB-10B8182DC3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514600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Quiz </a:t>
            </a:r>
            <a:r>
              <a:rPr lang="en-US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03 Solution</a:t>
            </a:r>
            <a:endParaRPr lang="en-US" sz="6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1573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42740" y="1006001"/>
            <a:ext cx="8544060" cy="166099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i="1" dirty="0" smtClean="0"/>
              <a:t>[5 marks]</a:t>
            </a:r>
            <a:r>
              <a:rPr lang="en-US" dirty="0" smtClean="0"/>
              <a:t> What will be the output of the code given on the right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In C++, 0 is treated as false in a condition and any other integer is considered as true so !code = !2 = !true = false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8A463-57E1-43EA-AD68-B8982F5B8478}" type="slidenum">
              <a:rPr lang="en-US" smtClean="0">
                <a:solidFill>
                  <a:srgbClr val="000000"/>
                </a:solidFill>
              </a:rPr>
              <a:pPr/>
              <a:t>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3611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4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pPr algn="r"/>
            <a:r>
              <a:rPr lang="en-US" dirty="0" smtClean="0">
                <a:solidFill>
                  <a:srgbClr val="E1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Quiz 03			10 marks</a:t>
            </a:r>
            <a:endParaRPr lang="en-US" dirty="0">
              <a:solidFill>
                <a:srgbClr val="E14F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124200"/>
            <a:ext cx="4495800" cy="3223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181600" y="3761874"/>
            <a:ext cx="1447800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Arrow 8"/>
          <p:cNvSpPr/>
          <p:nvPr/>
        </p:nvSpPr>
        <p:spPr>
          <a:xfrm>
            <a:off x="6641432" y="3791953"/>
            <a:ext cx="1219200" cy="609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1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304800" y="793053"/>
            <a:ext cx="4343400" cy="2178748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b="1" i="1" dirty="0" smtClean="0"/>
              <a:t>[2.5 marks] </a:t>
            </a:r>
            <a:r>
              <a:rPr lang="en-US" dirty="0" smtClean="0"/>
              <a:t>Rewrite the piece of code given in Qs 1 using the ternary operator</a:t>
            </a:r>
            <a:r>
              <a:rPr lang="en-US" i="1" dirty="0" smtClean="0"/>
              <a:t>.</a:t>
            </a:r>
            <a:endParaRPr lang="en-US" i="1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8A463-57E1-43EA-AD68-B8982F5B8478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3611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4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pPr algn="r"/>
            <a:r>
              <a:rPr lang="en-US" dirty="0" smtClean="0">
                <a:solidFill>
                  <a:srgbClr val="E1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Quiz 03			10 marks</a:t>
            </a:r>
            <a:endParaRPr lang="en-US" dirty="0">
              <a:solidFill>
                <a:srgbClr val="E14F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39698"/>
            <a:ext cx="3992451" cy="2635723"/>
          </a:xfrm>
          <a:prstGeom prst="rect">
            <a:avLst/>
          </a:prstGeom>
        </p:spPr>
      </p:pic>
      <p:sp>
        <p:nvSpPr>
          <p:cNvPr id="9" name="Content Placeholder 4"/>
          <p:cNvSpPr>
            <a:spLocks noGrp="1"/>
          </p:cNvSpPr>
          <p:nvPr>
            <p:ph sz="half" idx="2"/>
          </p:nvPr>
        </p:nvSpPr>
        <p:spPr>
          <a:xfrm>
            <a:off x="685800" y="3581400"/>
            <a:ext cx="7620000" cy="2178748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>
                <a:solidFill>
                  <a:srgbClr val="FF0000"/>
                </a:solidFill>
              </a:rPr>
              <a:t>(!</a:t>
            </a:r>
            <a:r>
              <a:rPr lang="en-US" i="1" dirty="0">
                <a:solidFill>
                  <a:srgbClr val="FF0000"/>
                </a:solidFill>
              </a:rPr>
              <a:t>code)? (</a:t>
            </a:r>
            <a:r>
              <a:rPr lang="en-US" i="1" dirty="0" err="1">
                <a:solidFill>
                  <a:srgbClr val="FF0000"/>
                </a:solidFill>
              </a:rPr>
              <a:t>cout</a:t>
            </a:r>
            <a:r>
              <a:rPr lang="en-US" i="1" dirty="0">
                <a:solidFill>
                  <a:srgbClr val="FF0000"/>
                </a:solidFill>
              </a:rPr>
              <a:t> &lt;&lt; "Yesterday\n", code=0</a:t>
            </a:r>
            <a:r>
              <a:rPr lang="en-US" i="1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i="1" dirty="0" smtClean="0">
                <a:solidFill>
                  <a:srgbClr val="FF0000"/>
                </a:solidFill>
              </a:rPr>
              <a:t>: </a:t>
            </a:r>
            <a:r>
              <a:rPr lang="en-US" i="1" dirty="0">
                <a:solidFill>
                  <a:srgbClr val="FF0000"/>
                </a:solidFill>
              </a:rPr>
              <a:t>(</a:t>
            </a:r>
            <a:r>
              <a:rPr lang="en-US" i="1" dirty="0" err="1">
                <a:solidFill>
                  <a:srgbClr val="FF0000"/>
                </a:solidFill>
              </a:rPr>
              <a:t>cout</a:t>
            </a:r>
            <a:r>
              <a:rPr lang="en-US" i="1" dirty="0">
                <a:solidFill>
                  <a:srgbClr val="FF0000"/>
                </a:solidFill>
              </a:rPr>
              <a:t> &lt;&lt; "Tomorrow\n", code=1);</a:t>
            </a:r>
            <a:endParaRPr lang="en-US" i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065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304800" y="793052"/>
            <a:ext cx="8610600" cy="5760147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b="1" i="1" dirty="0" smtClean="0"/>
              <a:t>[</a:t>
            </a:r>
            <a:r>
              <a:rPr lang="en-US" b="1" i="1" dirty="0" smtClean="0"/>
              <a:t>2.5 marks]</a:t>
            </a:r>
            <a:r>
              <a:rPr lang="en-US" i="1" dirty="0" smtClean="0"/>
              <a:t> </a:t>
            </a:r>
            <a:r>
              <a:rPr lang="en-US" dirty="0"/>
              <a:t>Write </a:t>
            </a:r>
            <a:r>
              <a:rPr lang="en-US" b="1" i="1" dirty="0"/>
              <a:t>if</a:t>
            </a:r>
            <a:r>
              <a:rPr lang="en-US" dirty="0"/>
              <a:t> </a:t>
            </a:r>
            <a:r>
              <a:rPr lang="en-US" dirty="0" smtClean="0"/>
              <a:t>statement </a:t>
            </a:r>
            <a:r>
              <a:rPr lang="en-US" dirty="0"/>
              <a:t>to do the following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r>
              <a:rPr lang="en-US" dirty="0"/>
              <a:t>If integer variable </a:t>
            </a:r>
            <a:r>
              <a:rPr lang="en-US" b="1" dirty="0" err="1"/>
              <a:t>opCode</a:t>
            </a:r>
            <a:r>
              <a:rPr lang="en-US" dirty="0"/>
              <a:t> has the value 1, read in double values for </a:t>
            </a:r>
            <a:r>
              <a:rPr lang="en-US" b="1" dirty="0"/>
              <a:t>X</a:t>
            </a:r>
            <a:r>
              <a:rPr lang="en-US" dirty="0"/>
              <a:t> and </a:t>
            </a:r>
            <a:r>
              <a:rPr lang="en-US" b="1" dirty="0"/>
              <a:t>Y</a:t>
            </a:r>
            <a:r>
              <a:rPr lang="en-US" dirty="0"/>
              <a:t> </a:t>
            </a:r>
            <a:r>
              <a:rPr lang="en-US" dirty="0" smtClean="0"/>
              <a:t>from user and calculate </a:t>
            </a:r>
            <a:r>
              <a:rPr lang="en-US" dirty="0"/>
              <a:t>and print their sum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8A463-57E1-43EA-AD68-B8982F5B8478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3611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4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pPr algn="r"/>
            <a:r>
              <a:rPr lang="en-US" dirty="0" smtClean="0">
                <a:solidFill>
                  <a:srgbClr val="E1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Quiz 03			10 marks</a:t>
            </a:r>
            <a:endParaRPr lang="en-US" dirty="0">
              <a:solidFill>
                <a:srgbClr val="E14F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22" y="3124200"/>
            <a:ext cx="8570955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647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17009</TotalTime>
  <Words>129</Words>
  <Application>Microsoft Office PowerPoint</Application>
  <PresentationFormat>On-screen Show (4:3)</PresentationFormat>
  <Paragraphs>15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Quratulain</dc:creator>
  <cp:lastModifiedBy>NICE</cp:lastModifiedBy>
  <cp:revision>1021</cp:revision>
  <dcterms:created xsi:type="dcterms:W3CDTF">2006-08-16T00:00:00Z</dcterms:created>
  <dcterms:modified xsi:type="dcterms:W3CDTF">2018-10-31T10:14:54Z</dcterms:modified>
</cp:coreProperties>
</file>